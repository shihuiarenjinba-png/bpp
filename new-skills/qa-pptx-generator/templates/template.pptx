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787570E-4895-4787-91CC-3D972E5C0D9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B9A"/>
    <a:srgbClr val="895273"/>
    <a:srgbClr val="006CB7"/>
    <a:srgbClr val="CDABBF"/>
    <a:srgbClr val="4A90D9"/>
    <a:srgbClr val="E2F5FE"/>
    <a:srgbClr val="E8EBEF"/>
    <a:srgbClr val="E5F4FC"/>
    <a:srgbClr val="F5E2CC"/>
    <a:srgbClr val="D7A8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51" autoAdjust="0"/>
    <p:restoredTop sz="95455" autoAdjust="0"/>
  </p:normalViewPr>
  <p:slideViewPr>
    <p:cSldViewPr snapToGrid="0">
      <p:cViewPr varScale="1">
        <p:scale>
          <a:sx n="147" d="100"/>
          <a:sy n="147" d="100"/>
        </p:scale>
        <p:origin x="10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4930B-5E43-4521-97EF-A544B759ED82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0AD3F-B254-4319-9AFD-EEE48C1A85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05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内, 写真, テーブル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29471F7-AA49-FA53-E259-57DC822185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254"/>
            <a:ext cx="12253336" cy="68672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" y="2105060"/>
            <a:ext cx="12077700" cy="2387600"/>
          </a:xfrm>
        </p:spPr>
        <p:txBody>
          <a:bodyPr anchor="ctr"/>
          <a:lstStyle>
            <a:lvl1pPr algn="ctr">
              <a:lnSpc>
                <a:spcPct val="100000"/>
              </a:lnSpc>
              <a:defRPr sz="6000">
                <a:effectLst>
                  <a:glow rad="139700">
                    <a:schemeClr val="bg1"/>
                  </a:glow>
                </a:effectLst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46E4-E90E-C641-A495-483D9BD8C8B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4933C3-04A2-7126-7289-01ADF661EAD1}"/>
              </a:ext>
            </a:extLst>
          </p:cNvPr>
          <p:cNvSpPr/>
          <p:nvPr userDrawn="1"/>
        </p:nvSpPr>
        <p:spPr>
          <a:xfrm>
            <a:off x="0" y="0"/>
            <a:ext cx="12253336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07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253336" cy="6867254"/>
          </a:xfr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  <a:ln w="127000">
            <a:noFill/>
          </a:ln>
        </p:spPr>
        <p:txBody>
          <a:bodyPr anchor="ctr"/>
          <a:lstStyle>
            <a:lvl1pPr algn="ctr">
              <a:lnSpc>
                <a:spcPct val="100000"/>
              </a:lnSpc>
              <a:defRPr sz="4800" b="0">
                <a:effectLst>
                  <a:glow rad="139700">
                    <a:schemeClr val="bg1"/>
                  </a:glow>
                </a:effectLst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56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28" y="698007"/>
            <a:ext cx="11918745" cy="87679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46E4-E90E-C641-A495-483D9BD8C8B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F9977E2-9E08-DAF6-17FD-8521DEBE2424}"/>
              </a:ext>
            </a:extLst>
          </p:cNvPr>
          <p:cNvCxnSpPr>
            <a:cxnSpLocks/>
          </p:cNvCxnSpPr>
          <p:nvPr userDrawn="1"/>
        </p:nvCxnSpPr>
        <p:spPr>
          <a:xfrm>
            <a:off x="136630" y="606839"/>
            <a:ext cx="1191874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80DD338-C564-A446-4C69-81B489C0D932}"/>
              </a:ext>
            </a:extLst>
          </p:cNvPr>
          <p:cNvCxnSpPr>
            <a:cxnSpLocks/>
          </p:cNvCxnSpPr>
          <p:nvPr userDrawn="1"/>
        </p:nvCxnSpPr>
        <p:spPr>
          <a:xfrm>
            <a:off x="0" y="6556104"/>
            <a:ext cx="12192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76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625" y="18256"/>
            <a:ext cx="11961536" cy="588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628" y="698006"/>
            <a:ext cx="119187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556104"/>
            <a:ext cx="2743200" cy="311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57BA46E4-E90E-C641-A495-483D9BD8C8B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7B5B48-21C5-9356-3832-D51B3D582138}"/>
              </a:ext>
            </a:extLst>
          </p:cNvPr>
          <p:cNvSpPr txBox="1"/>
          <p:nvPr userDrawn="1"/>
        </p:nvSpPr>
        <p:spPr>
          <a:xfrm>
            <a:off x="10983754" y="6610841"/>
            <a:ext cx="1135247" cy="243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985" b="0" i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CONFIDENTIAL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55A1C3-58D7-C620-212B-A15D2714FE39}"/>
              </a:ext>
            </a:extLst>
          </p:cNvPr>
          <p:cNvSpPr txBox="1"/>
          <p:nvPr userDrawn="1"/>
        </p:nvSpPr>
        <p:spPr>
          <a:xfrm>
            <a:off x="9586753" y="6585441"/>
            <a:ext cx="2265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0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© 2026 Workstyle Evolution, inc.</a:t>
            </a:r>
          </a:p>
        </p:txBody>
      </p:sp>
    </p:spTree>
    <p:extLst>
      <p:ext uri="{BB962C8B-B14F-4D97-AF65-F5344CB8AC3E}">
        <p14:creationId xmlns:p14="http://schemas.microsoft.com/office/powerpoint/2010/main" val="141514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662" r:id="rId3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3646B91-35FC-77EE-DEF6-3E2EFB3E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問題：～～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B148270-C94E-21D3-6F2B-66DEA878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28" y="698008"/>
            <a:ext cx="11918745" cy="1526384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en-US" altLang="ja-JP" dirty="0"/>
              <a:t>Q. </a:t>
            </a:r>
            <a:r>
              <a:rPr lang="ja-JP" altLang="en-US" dirty="0"/>
              <a:t>あああ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860881-7694-D731-2E74-6B55627F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46E4-E90E-C641-A495-483D9BD8C8BC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sp>
        <p:nvSpPr>
          <p:cNvPr id="5" name="コンテンツ プレースホルダー 6">
            <a:extLst>
              <a:ext uri="{FF2B5EF4-FFF2-40B4-BE49-F238E27FC236}">
                <a16:creationId xmlns:a16="http://schemas.microsoft.com/office/drawing/2014/main" id="{44D2B7D1-8CAC-061B-5F9B-BBF3A4A855D1}"/>
              </a:ext>
            </a:extLst>
          </p:cNvPr>
          <p:cNvSpPr txBox="1">
            <a:spLocks/>
          </p:cNvSpPr>
          <p:nvPr/>
        </p:nvSpPr>
        <p:spPr>
          <a:xfrm>
            <a:off x="136628" y="2397106"/>
            <a:ext cx="699951" cy="9362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8" name="コンテンツ プレースホルダー 6">
            <a:extLst>
              <a:ext uri="{FF2B5EF4-FFF2-40B4-BE49-F238E27FC236}">
                <a16:creationId xmlns:a16="http://schemas.microsoft.com/office/drawing/2014/main" id="{B80C930A-47CB-5380-29F3-329DBCCEA4B0}"/>
              </a:ext>
            </a:extLst>
          </p:cNvPr>
          <p:cNvSpPr txBox="1">
            <a:spLocks/>
          </p:cNvSpPr>
          <p:nvPr/>
        </p:nvSpPr>
        <p:spPr>
          <a:xfrm>
            <a:off x="836579" y="2397106"/>
            <a:ext cx="11218793" cy="936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あああ</a:t>
            </a:r>
          </a:p>
        </p:txBody>
      </p:sp>
      <p:sp>
        <p:nvSpPr>
          <p:cNvPr id="9" name="コンテンツ プレースホルダー 6">
            <a:extLst>
              <a:ext uri="{FF2B5EF4-FFF2-40B4-BE49-F238E27FC236}">
                <a16:creationId xmlns:a16="http://schemas.microsoft.com/office/drawing/2014/main" id="{70AAA32F-C4BD-AE0B-AA6D-2720363CC31D}"/>
              </a:ext>
            </a:extLst>
          </p:cNvPr>
          <p:cNvSpPr txBox="1">
            <a:spLocks/>
          </p:cNvSpPr>
          <p:nvPr/>
        </p:nvSpPr>
        <p:spPr>
          <a:xfrm>
            <a:off x="136628" y="3421583"/>
            <a:ext cx="699951" cy="9362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10" name="コンテンツ プレースホルダー 6">
            <a:extLst>
              <a:ext uri="{FF2B5EF4-FFF2-40B4-BE49-F238E27FC236}">
                <a16:creationId xmlns:a16="http://schemas.microsoft.com/office/drawing/2014/main" id="{A3337254-437C-CBA2-2CD6-438460E524FC}"/>
              </a:ext>
            </a:extLst>
          </p:cNvPr>
          <p:cNvSpPr txBox="1">
            <a:spLocks/>
          </p:cNvSpPr>
          <p:nvPr/>
        </p:nvSpPr>
        <p:spPr>
          <a:xfrm>
            <a:off x="836579" y="3421583"/>
            <a:ext cx="11218793" cy="936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あああ</a:t>
            </a:r>
          </a:p>
        </p:txBody>
      </p:sp>
      <p:sp>
        <p:nvSpPr>
          <p:cNvPr id="11" name="コンテンツ プレースホルダー 6">
            <a:extLst>
              <a:ext uri="{FF2B5EF4-FFF2-40B4-BE49-F238E27FC236}">
                <a16:creationId xmlns:a16="http://schemas.microsoft.com/office/drawing/2014/main" id="{818CAC38-0F29-A5A0-7FE2-18552A4F8D98}"/>
              </a:ext>
            </a:extLst>
          </p:cNvPr>
          <p:cNvSpPr txBox="1">
            <a:spLocks/>
          </p:cNvSpPr>
          <p:nvPr/>
        </p:nvSpPr>
        <p:spPr>
          <a:xfrm>
            <a:off x="136628" y="4478487"/>
            <a:ext cx="699951" cy="9362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2" name="コンテンツ プレースホルダー 6">
            <a:extLst>
              <a:ext uri="{FF2B5EF4-FFF2-40B4-BE49-F238E27FC236}">
                <a16:creationId xmlns:a16="http://schemas.microsoft.com/office/drawing/2014/main" id="{788C4F75-255D-3A21-EB7C-1F56F1180D01}"/>
              </a:ext>
            </a:extLst>
          </p:cNvPr>
          <p:cNvSpPr txBox="1">
            <a:spLocks/>
          </p:cNvSpPr>
          <p:nvPr/>
        </p:nvSpPr>
        <p:spPr>
          <a:xfrm>
            <a:off x="836579" y="4478487"/>
            <a:ext cx="11218793" cy="936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あああ</a:t>
            </a:r>
          </a:p>
        </p:txBody>
      </p:sp>
      <p:sp>
        <p:nvSpPr>
          <p:cNvPr id="13" name="コンテンツ プレースホルダー 6">
            <a:extLst>
              <a:ext uri="{FF2B5EF4-FFF2-40B4-BE49-F238E27FC236}">
                <a16:creationId xmlns:a16="http://schemas.microsoft.com/office/drawing/2014/main" id="{CD94C8CC-36B3-ACCC-A697-0AD9F34B9AEC}"/>
              </a:ext>
            </a:extLst>
          </p:cNvPr>
          <p:cNvSpPr txBox="1">
            <a:spLocks/>
          </p:cNvSpPr>
          <p:nvPr/>
        </p:nvSpPr>
        <p:spPr>
          <a:xfrm>
            <a:off x="136628" y="5501083"/>
            <a:ext cx="699951" cy="9362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dirty="0"/>
              <a:t>４</a:t>
            </a:r>
          </a:p>
        </p:txBody>
      </p:sp>
      <p:sp>
        <p:nvSpPr>
          <p:cNvPr id="14" name="コンテンツ プレースホルダー 6">
            <a:extLst>
              <a:ext uri="{FF2B5EF4-FFF2-40B4-BE49-F238E27FC236}">
                <a16:creationId xmlns:a16="http://schemas.microsoft.com/office/drawing/2014/main" id="{CE1263B7-4077-B077-8D0C-0DA65B1D3892}"/>
              </a:ext>
            </a:extLst>
          </p:cNvPr>
          <p:cNvSpPr txBox="1">
            <a:spLocks/>
          </p:cNvSpPr>
          <p:nvPr/>
        </p:nvSpPr>
        <p:spPr>
          <a:xfrm>
            <a:off x="836579" y="5501083"/>
            <a:ext cx="11218793" cy="936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あああ</a:t>
            </a:r>
          </a:p>
        </p:txBody>
      </p:sp>
    </p:spTree>
    <p:extLst>
      <p:ext uri="{BB962C8B-B14F-4D97-AF65-F5344CB8AC3E}">
        <p14:creationId xmlns:p14="http://schemas.microsoft.com/office/powerpoint/2010/main" val="416504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E5BC-89B5-B27F-6793-BD3F1E20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BBE733F9-74CA-BA56-9B0C-629BF897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回答：</a:t>
            </a:r>
            <a:r>
              <a:rPr lang="en-US" altLang="ja-JP" dirty="0"/>
              <a:t>~~</a:t>
            </a:r>
            <a:endParaRPr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5D8C245-55C5-87B9-7EB8-15D7DA01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46E4-E90E-C641-A495-483D9BD8C8BC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2" name="コンテンツ プレースホルダー 6">
            <a:extLst>
              <a:ext uri="{FF2B5EF4-FFF2-40B4-BE49-F238E27FC236}">
                <a16:creationId xmlns:a16="http://schemas.microsoft.com/office/drawing/2014/main" id="{0398F026-2FBA-C71C-4173-0ABC3B606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28" y="698008"/>
            <a:ext cx="11918745" cy="1526384"/>
          </a:xfr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en-US" altLang="ja-JP" dirty="0"/>
              <a:t>A. </a:t>
            </a:r>
            <a:r>
              <a:rPr lang="ja-JP" altLang="en-US" dirty="0"/>
              <a:t>～～</a:t>
            </a:r>
          </a:p>
        </p:txBody>
      </p:sp>
      <p:sp>
        <p:nvSpPr>
          <p:cNvPr id="4" name="コンテンツ プレースホルダー 6">
            <a:extLst>
              <a:ext uri="{FF2B5EF4-FFF2-40B4-BE49-F238E27FC236}">
                <a16:creationId xmlns:a16="http://schemas.microsoft.com/office/drawing/2014/main" id="{226F6604-4C47-3CD8-8F8F-78A7602734BC}"/>
              </a:ext>
            </a:extLst>
          </p:cNvPr>
          <p:cNvSpPr txBox="1">
            <a:spLocks/>
          </p:cNvSpPr>
          <p:nvPr/>
        </p:nvSpPr>
        <p:spPr>
          <a:xfrm>
            <a:off x="136628" y="2224392"/>
            <a:ext cx="11918745" cy="38906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591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773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2954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解説</a:t>
            </a:r>
            <a:r>
              <a:rPr lang="en-US" altLang="ja-JP" dirty="0"/>
              <a:t>1</a:t>
            </a:r>
          </a:p>
          <a:p>
            <a:r>
              <a:rPr lang="ja-JP" altLang="en-US" dirty="0"/>
              <a:t>解説</a:t>
            </a:r>
            <a:r>
              <a:rPr lang="en-US" altLang="ja-JP" dirty="0"/>
              <a:t>2</a:t>
            </a:r>
          </a:p>
          <a:p>
            <a:r>
              <a:rPr lang="ja-JP" altLang="en-US" dirty="0"/>
              <a:t>解説</a:t>
            </a:r>
            <a:r>
              <a:rPr lang="en-US" altLang="ja-JP" dirty="0"/>
              <a:t>3</a:t>
            </a:r>
          </a:p>
          <a:p>
            <a:r>
              <a:rPr lang="ja-JP" altLang="en-US" dirty="0"/>
              <a:t>解説</a:t>
            </a:r>
            <a:r>
              <a:rPr lang="en-US" altLang="ja-JP" dirty="0"/>
              <a:t>4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895513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kumimoji="1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65000"/>
            </a:schemeClr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0A9FA4-8DFA-4E87-B3AB-3506760558CD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15404</TotalTime>
  <Words>37</Words>
  <Application>Microsoft Office PowerPoint</Application>
  <PresentationFormat>ワイド画面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メイリオ</vt:lpstr>
      <vt:lpstr>游ゴシック</vt:lpstr>
      <vt:lpstr>Arial</vt:lpstr>
      <vt:lpstr>6_Office テーマ</vt:lpstr>
      <vt:lpstr>問題：～～</vt:lpstr>
      <vt:lpstr>回答：~~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 友紀</dc:creator>
  <cp:lastModifiedBy>池田朋弘</cp:lastModifiedBy>
  <cp:revision>458</cp:revision>
  <dcterms:created xsi:type="dcterms:W3CDTF">2025-09-19T16:08:19Z</dcterms:created>
  <dcterms:modified xsi:type="dcterms:W3CDTF">2026-04-01T00:36:10Z</dcterms:modified>
</cp:coreProperties>
</file>